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64" r:id="rId2"/>
    <p:sldId id="465" r:id="rId3"/>
    <p:sldId id="466" r:id="rId4"/>
    <p:sldId id="467" r:id="rId5"/>
    <p:sldId id="468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82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623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510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520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506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787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153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263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895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600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4451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5408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1C49-9B32-45CB-856A-CCA4356F4CC4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B8803-2E55-4858-B87B-83125D639D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387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9F98996F-633E-4BC4-8B94-6A0819A1C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470238"/>
              </p:ext>
            </p:extLst>
          </p:nvPr>
        </p:nvGraphicFramePr>
        <p:xfrm>
          <a:off x="0" y="0"/>
          <a:ext cx="6857999" cy="990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47">
                  <a:extLst>
                    <a:ext uri="{9D8B030D-6E8A-4147-A177-3AD203B41FA5}">
                      <a16:colId xmlns:a16="http://schemas.microsoft.com/office/drawing/2014/main" val="2516863219"/>
                    </a:ext>
                  </a:extLst>
                </a:gridCol>
                <a:gridCol w="409944">
                  <a:extLst>
                    <a:ext uri="{9D8B030D-6E8A-4147-A177-3AD203B41FA5}">
                      <a16:colId xmlns:a16="http://schemas.microsoft.com/office/drawing/2014/main" val="4185326003"/>
                    </a:ext>
                  </a:extLst>
                </a:gridCol>
                <a:gridCol w="1164130">
                  <a:extLst>
                    <a:ext uri="{9D8B030D-6E8A-4147-A177-3AD203B41FA5}">
                      <a16:colId xmlns:a16="http://schemas.microsoft.com/office/drawing/2014/main" val="2695907974"/>
                    </a:ext>
                  </a:extLst>
                </a:gridCol>
                <a:gridCol w="2266405">
                  <a:extLst>
                    <a:ext uri="{9D8B030D-6E8A-4147-A177-3AD203B41FA5}">
                      <a16:colId xmlns:a16="http://schemas.microsoft.com/office/drawing/2014/main" val="3613625919"/>
                    </a:ext>
                  </a:extLst>
                </a:gridCol>
                <a:gridCol w="337211">
                  <a:extLst>
                    <a:ext uri="{9D8B030D-6E8A-4147-A177-3AD203B41FA5}">
                      <a16:colId xmlns:a16="http://schemas.microsoft.com/office/drawing/2014/main" val="1612823377"/>
                    </a:ext>
                  </a:extLst>
                </a:gridCol>
                <a:gridCol w="1966462">
                  <a:extLst>
                    <a:ext uri="{9D8B030D-6E8A-4147-A177-3AD203B41FA5}">
                      <a16:colId xmlns:a16="http://schemas.microsoft.com/office/drawing/2014/main" val="2850921547"/>
                    </a:ext>
                  </a:extLst>
                </a:gridCol>
              </a:tblGrid>
              <a:tr h="328808">
                <a:tc gridSpan="2"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Term: 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Week:</a:t>
                      </a:r>
                      <a:endParaRPr lang="en-ZA" sz="11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Day: Monday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Date: </a:t>
                      </a:r>
                      <a:endParaRPr lang="en-ZA" sz="11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738427"/>
                  </a:ext>
                </a:extLst>
              </a:tr>
              <a:tr h="279487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Lesson Overview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Activities/Resources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37953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84024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2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51257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3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620675"/>
                  </a:ext>
                </a:extLst>
              </a:tr>
              <a:tr h="78269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4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7842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FIRST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18588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5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4738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6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10:35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1508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4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33125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11:25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71095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11:50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3890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SECOND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200" b="1" u="sng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7790"/>
                  </a:ext>
                </a:extLst>
              </a:tr>
              <a:tr h="831615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12:45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sng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561862"/>
                  </a:ext>
                </a:extLst>
              </a:tr>
              <a:tr h="86777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13:15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534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52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9F98996F-633E-4BC4-8B94-6A0819A1C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668491"/>
              </p:ext>
            </p:extLst>
          </p:nvPr>
        </p:nvGraphicFramePr>
        <p:xfrm>
          <a:off x="0" y="0"/>
          <a:ext cx="6857999" cy="990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47">
                  <a:extLst>
                    <a:ext uri="{9D8B030D-6E8A-4147-A177-3AD203B41FA5}">
                      <a16:colId xmlns:a16="http://schemas.microsoft.com/office/drawing/2014/main" val="2516863219"/>
                    </a:ext>
                  </a:extLst>
                </a:gridCol>
                <a:gridCol w="409944">
                  <a:extLst>
                    <a:ext uri="{9D8B030D-6E8A-4147-A177-3AD203B41FA5}">
                      <a16:colId xmlns:a16="http://schemas.microsoft.com/office/drawing/2014/main" val="4185326003"/>
                    </a:ext>
                  </a:extLst>
                </a:gridCol>
                <a:gridCol w="1164130">
                  <a:extLst>
                    <a:ext uri="{9D8B030D-6E8A-4147-A177-3AD203B41FA5}">
                      <a16:colId xmlns:a16="http://schemas.microsoft.com/office/drawing/2014/main" val="2695907974"/>
                    </a:ext>
                  </a:extLst>
                </a:gridCol>
                <a:gridCol w="2266405">
                  <a:extLst>
                    <a:ext uri="{9D8B030D-6E8A-4147-A177-3AD203B41FA5}">
                      <a16:colId xmlns:a16="http://schemas.microsoft.com/office/drawing/2014/main" val="3613625919"/>
                    </a:ext>
                  </a:extLst>
                </a:gridCol>
                <a:gridCol w="337211">
                  <a:extLst>
                    <a:ext uri="{9D8B030D-6E8A-4147-A177-3AD203B41FA5}">
                      <a16:colId xmlns:a16="http://schemas.microsoft.com/office/drawing/2014/main" val="1612823377"/>
                    </a:ext>
                  </a:extLst>
                </a:gridCol>
                <a:gridCol w="1966462">
                  <a:extLst>
                    <a:ext uri="{9D8B030D-6E8A-4147-A177-3AD203B41FA5}">
                      <a16:colId xmlns:a16="http://schemas.microsoft.com/office/drawing/2014/main" val="2850921547"/>
                    </a:ext>
                  </a:extLst>
                </a:gridCol>
              </a:tblGrid>
              <a:tr h="328808">
                <a:tc gridSpan="2"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Term: 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Week:</a:t>
                      </a:r>
                      <a:endParaRPr lang="en-ZA" sz="11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Day: Tuesday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Date: </a:t>
                      </a:r>
                      <a:endParaRPr lang="en-ZA" sz="11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738427"/>
                  </a:ext>
                </a:extLst>
              </a:tr>
              <a:tr h="279487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Lesson Overview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Activities/Resources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37953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84024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2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51257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3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620675"/>
                  </a:ext>
                </a:extLst>
              </a:tr>
              <a:tr h="78269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4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7842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FIRST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18588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5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4738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6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10:35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1508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4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33125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11:25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71095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11:50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3890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SECOND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200" b="1" u="sng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7790"/>
                  </a:ext>
                </a:extLst>
              </a:tr>
              <a:tr h="831615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12:45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sng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561862"/>
                  </a:ext>
                </a:extLst>
              </a:tr>
              <a:tr h="86777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13:15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534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78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9F98996F-633E-4BC4-8B94-6A0819A1C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863703"/>
              </p:ext>
            </p:extLst>
          </p:nvPr>
        </p:nvGraphicFramePr>
        <p:xfrm>
          <a:off x="0" y="0"/>
          <a:ext cx="6857999" cy="990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47">
                  <a:extLst>
                    <a:ext uri="{9D8B030D-6E8A-4147-A177-3AD203B41FA5}">
                      <a16:colId xmlns:a16="http://schemas.microsoft.com/office/drawing/2014/main" val="2516863219"/>
                    </a:ext>
                  </a:extLst>
                </a:gridCol>
                <a:gridCol w="409944">
                  <a:extLst>
                    <a:ext uri="{9D8B030D-6E8A-4147-A177-3AD203B41FA5}">
                      <a16:colId xmlns:a16="http://schemas.microsoft.com/office/drawing/2014/main" val="4185326003"/>
                    </a:ext>
                  </a:extLst>
                </a:gridCol>
                <a:gridCol w="1164130">
                  <a:extLst>
                    <a:ext uri="{9D8B030D-6E8A-4147-A177-3AD203B41FA5}">
                      <a16:colId xmlns:a16="http://schemas.microsoft.com/office/drawing/2014/main" val="2695907974"/>
                    </a:ext>
                  </a:extLst>
                </a:gridCol>
                <a:gridCol w="2266405">
                  <a:extLst>
                    <a:ext uri="{9D8B030D-6E8A-4147-A177-3AD203B41FA5}">
                      <a16:colId xmlns:a16="http://schemas.microsoft.com/office/drawing/2014/main" val="3613625919"/>
                    </a:ext>
                  </a:extLst>
                </a:gridCol>
                <a:gridCol w="337211">
                  <a:extLst>
                    <a:ext uri="{9D8B030D-6E8A-4147-A177-3AD203B41FA5}">
                      <a16:colId xmlns:a16="http://schemas.microsoft.com/office/drawing/2014/main" val="1612823377"/>
                    </a:ext>
                  </a:extLst>
                </a:gridCol>
                <a:gridCol w="1966462">
                  <a:extLst>
                    <a:ext uri="{9D8B030D-6E8A-4147-A177-3AD203B41FA5}">
                      <a16:colId xmlns:a16="http://schemas.microsoft.com/office/drawing/2014/main" val="2850921547"/>
                    </a:ext>
                  </a:extLst>
                </a:gridCol>
              </a:tblGrid>
              <a:tr h="328808">
                <a:tc gridSpan="2"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Term: 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Week:</a:t>
                      </a:r>
                      <a:endParaRPr lang="en-ZA" sz="11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Day: Wednesday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Date: </a:t>
                      </a:r>
                      <a:endParaRPr lang="en-ZA" sz="11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738427"/>
                  </a:ext>
                </a:extLst>
              </a:tr>
              <a:tr h="279487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Lesson Overview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Activities/Resources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37953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84024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2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51257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3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620675"/>
                  </a:ext>
                </a:extLst>
              </a:tr>
              <a:tr h="78269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4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7842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FIRST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18588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5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4738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6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10:35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1508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4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33125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11:25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71095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11:50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3890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SECOND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200" b="1" u="sng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7790"/>
                  </a:ext>
                </a:extLst>
              </a:tr>
              <a:tr h="831615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12:45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sng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561862"/>
                  </a:ext>
                </a:extLst>
              </a:tr>
              <a:tr h="86777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13:15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534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21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9F98996F-633E-4BC4-8B94-6A0819A1C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072442"/>
              </p:ext>
            </p:extLst>
          </p:nvPr>
        </p:nvGraphicFramePr>
        <p:xfrm>
          <a:off x="0" y="0"/>
          <a:ext cx="6857999" cy="990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47">
                  <a:extLst>
                    <a:ext uri="{9D8B030D-6E8A-4147-A177-3AD203B41FA5}">
                      <a16:colId xmlns:a16="http://schemas.microsoft.com/office/drawing/2014/main" val="2516863219"/>
                    </a:ext>
                  </a:extLst>
                </a:gridCol>
                <a:gridCol w="409944">
                  <a:extLst>
                    <a:ext uri="{9D8B030D-6E8A-4147-A177-3AD203B41FA5}">
                      <a16:colId xmlns:a16="http://schemas.microsoft.com/office/drawing/2014/main" val="4185326003"/>
                    </a:ext>
                  </a:extLst>
                </a:gridCol>
                <a:gridCol w="1164130">
                  <a:extLst>
                    <a:ext uri="{9D8B030D-6E8A-4147-A177-3AD203B41FA5}">
                      <a16:colId xmlns:a16="http://schemas.microsoft.com/office/drawing/2014/main" val="2695907974"/>
                    </a:ext>
                  </a:extLst>
                </a:gridCol>
                <a:gridCol w="2266405">
                  <a:extLst>
                    <a:ext uri="{9D8B030D-6E8A-4147-A177-3AD203B41FA5}">
                      <a16:colId xmlns:a16="http://schemas.microsoft.com/office/drawing/2014/main" val="3613625919"/>
                    </a:ext>
                  </a:extLst>
                </a:gridCol>
                <a:gridCol w="337211">
                  <a:extLst>
                    <a:ext uri="{9D8B030D-6E8A-4147-A177-3AD203B41FA5}">
                      <a16:colId xmlns:a16="http://schemas.microsoft.com/office/drawing/2014/main" val="1612823377"/>
                    </a:ext>
                  </a:extLst>
                </a:gridCol>
                <a:gridCol w="1966462">
                  <a:extLst>
                    <a:ext uri="{9D8B030D-6E8A-4147-A177-3AD203B41FA5}">
                      <a16:colId xmlns:a16="http://schemas.microsoft.com/office/drawing/2014/main" val="2850921547"/>
                    </a:ext>
                  </a:extLst>
                </a:gridCol>
              </a:tblGrid>
              <a:tr h="328808">
                <a:tc gridSpan="2"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Term: 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Week:</a:t>
                      </a:r>
                      <a:endParaRPr lang="en-ZA" sz="11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Day: Thursday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Date: </a:t>
                      </a:r>
                      <a:endParaRPr lang="en-ZA" sz="11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738427"/>
                  </a:ext>
                </a:extLst>
              </a:tr>
              <a:tr h="279487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Lesson Overview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Activities/Resources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37953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84024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2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51257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3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620675"/>
                  </a:ext>
                </a:extLst>
              </a:tr>
              <a:tr h="78269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4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7842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FIRST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18588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5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4738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6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10:35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1508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4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33125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11:25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71095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11:50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3890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SECOND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200" b="1" u="sng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7790"/>
                  </a:ext>
                </a:extLst>
              </a:tr>
              <a:tr h="831615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12:45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sng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561862"/>
                  </a:ext>
                </a:extLst>
              </a:tr>
              <a:tr h="86777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13:15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534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79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9F98996F-633E-4BC4-8B94-6A0819A1C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298859"/>
              </p:ext>
            </p:extLst>
          </p:nvPr>
        </p:nvGraphicFramePr>
        <p:xfrm>
          <a:off x="0" y="0"/>
          <a:ext cx="6857999" cy="990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47">
                  <a:extLst>
                    <a:ext uri="{9D8B030D-6E8A-4147-A177-3AD203B41FA5}">
                      <a16:colId xmlns:a16="http://schemas.microsoft.com/office/drawing/2014/main" val="2516863219"/>
                    </a:ext>
                  </a:extLst>
                </a:gridCol>
                <a:gridCol w="409944">
                  <a:extLst>
                    <a:ext uri="{9D8B030D-6E8A-4147-A177-3AD203B41FA5}">
                      <a16:colId xmlns:a16="http://schemas.microsoft.com/office/drawing/2014/main" val="4185326003"/>
                    </a:ext>
                  </a:extLst>
                </a:gridCol>
                <a:gridCol w="1164130">
                  <a:extLst>
                    <a:ext uri="{9D8B030D-6E8A-4147-A177-3AD203B41FA5}">
                      <a16:colId xmlns:a16="http://schemas.microsoft.com/office/drawing/2014/main" val="2695907974"/>
                    </a:ext>
                  </a:extLst>
                </a:gridCol>
                <a:gridCol w="2266405">
                  <a:extLst>
                    <a:ext uri="{9D8B030D-6E8A-4147-A177-3AD203B41FA5}">
                      <a16:colId xmlns:a16="http://schemas.microsoft.com/office/drawing/2014/main" val="3613625919"/>
                    </a:ext>
                  </a:extLst>
                </a:gridCol>
                <a:gridCol w="337211">
                  <a:extLst>
                    <a:ext uri="{9D8B030D-6E8A-4147-A177-3AD203B41FA5}">
                      <a16:colId xmlns:a16="http://schemas.microsoft.com/office/drawing/2014/main" val="1612823377"/>
                    </a:ext>
                  </a:extLst>
                </a:gridCol>
                <a:gridCol w="1966462">
                  <a:extLst>
                    <a:ext uri="{9D8B030D-6E8A-4147-A177-3AD203B41FA5}">
                      <a16:colId xmlns:a16="http://schemas.microsoft.com/office/drawing/2014/main" val="2850921547"/>
                    </a:ext>
                  </a:extLst>
                </a:gridCol>
              </a:tblGrid>
              <a:tr h="328808">
                <a:tc gridSpan="2">
                  <a:txBody>
                    <a:bodyPr/>
                    <a:lstStyle/>
                    <a:p>
                      <a:pPr algn="l"/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Term: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Week:</a:t>
                      </a:r>
                      <a:endParaRPr lang="en-ZA" sz="1100" b="0" dirty="0"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1100" b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Day: Friday</a:t>
                      </a:r>
                      <a:endParaRPr lang="en-ZA" sz="11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ZA" sz="11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Date: </a:t>
                      </a:r>
                      <a:endParaRPr lang="en-ZA" sz="11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738427"/>
                  </a:ext>
                </a:extLst>
              </a:tr>
              <a:tr h="279487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Lesson Overview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0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Activities/Resources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37953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7:30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84024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2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51257"/>
                  </a:ext>
                </a:extLst>
              </a:tr>
              <a:tr h="759300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3</a:t>
                      </a:r>
                    </a:p>
                    <a:p>
                      <a:pPr algn="ctr"/>
                      <a:endParaRPr lang="en-ZA" sz="10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8:30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620675"/>
                  </a:ext>
                </a:extLst>
              </a:tr>
              <a:tr h="78269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4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7842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9:40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FIRST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18588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5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4738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6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10:35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1508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7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4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331256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8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11:25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900" b="0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9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710959"/>
                  </a:ext>
                </a:extLst>
              </a:tr>
              <a:tr h="777379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9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11:50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9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38904"/>
                  </a:ext>
                </a:extLst>
              </a:tr>
              <a:tr h="325414">
                <a:tc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9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SECOND BREAK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ZA" sz="12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200" b="1" u="sng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7790"/>
                  </a:ext>
                </a:extLst>
              </a:tr>
              <a:tr h="831615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10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12:45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000" b="0" u="sng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561862"/>
                  </a:ext>
                </a:extLst>
              </a:tr>
              <a:tr h="867772">
                <a:tc>
                  <a:txBody>
                    <a:bodyPr/>
                    <a:lstStyle/>
                    <a:p>
                      <a:pPr algn="ctr"/>
                      <a:r>
                        <a:rPr lang="en-ZA" sz="14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11</a:t>
                      </a:r>
                    </a:p>
                    <a:p>
                      <a:pPr algn="ctr"/>
                      <a:endParaRPr lang="en-ZA" sz="1400" b="0" dirty="0">
                        <a:solidFill>
                          <a:schemeClr val="tx1"/>
                        </a:solidFill>
                        <a:latin typeface="Playwrite US Modern" pitchFamily="2" charset="0"/>
                      </a:endParaRPr>
                    </a:p>
                    <a:p>
                      <a:pPr algn="ctr"/>
                      <a:r>
                        <a:rPr lang="en-ZA" sz="900" b="0" dirty="0">
                          <a:solidFill>
                            <a:schemeClr val="tx1"/>
                          </a:solidFill>
                          <a:latin typeface="Playwrite US Modern" pitchFamily="2" charset="0"/>
                        </a:rPr>
                        <a:t>13:15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Topic: </a:t>
                      </a: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WALT: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algn="l"/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SC:</a:t>
                      </a:r>
                      <a:endParaRPr lang="en-ZA" sz="1000" b="0" u="none" dirty="0">
                        <a:solidFill>
                          <a:schemeClr val="tx1"/>
                        </a:solidFill>
                        <a:latin typeface="Mali" panose="00000500000000000000" pitchFamily="2" charset="-34"/>
                        <a:cs typeface="Mali" panose="00000500000000000000" pitchFamily="2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00" b="1" u="none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FA: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A: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ZA" sz="1000" b="1" dirty="0">
                          <a:solidFill>
                            <a:schemeClr val="tx1"/>
                          </a:solidFill>
                          <a:latin typeface="Mali" panose="00000500000000000000" pitchFamily="2" charset="-34"/>
                          <a:cs typeface="Mali" panose="00000500000000000000" pitchFamily="2" charset="-34"/>
                        </a:rPr>
                        <a:t>R: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534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662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875</Words>
  <Application>Microsoft Office PowerPoint</Application>
  <PresentationFormat>A4 Paper (210x297 mm)</PresentationFormat>
  <Paragraphs>550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Mali</vt:lpstr>
      <vt:lpstr>Playwrite US Modern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Sarah-Jane Harding</dc:creator>
  <cp:lastModifiedBy>Sarah-Jane Harding</cp:lastModifiedBy>
  <cp:revision>2</cp:revision>
  <dcterms:created xsi:type="dcterms:W3CDTF">2026-04-13T14:16:05Z</dcterms:created>
  <dcterms:modified xsi:type="dcterms:W3CDTF">2026-04-13T14:22:00Z</dcterms:modified>
</cp:coreProperties>
</file>