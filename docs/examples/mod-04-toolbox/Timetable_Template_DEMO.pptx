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58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255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FA7A-86FE-4A42-B8D3-ED40D7438309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55DA-FCD5-4123-AA35-67B365DA87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4743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FA7A-86FE-4A42-B8D3-ED40D7438309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55DA-FCD5-4123-AA35-67B365DA87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2595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FA7A-86FE-4A42-B8D3-ED40D7438309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55DA-FCD5-4123-AA35-67B365DA87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9145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FA7A-86FE-4A42-B8D3-ED40D7438309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55DA-FCD5-4123-AA35-67B365DA87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756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FA7A-86FE-4A42-B8D3-ED40D7438309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55DA-FCD5-4123-AA35-67B365DA87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0295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FA7A-86FE-4A42-B8D3-ED40D7438309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55DA-FCD5-4123-AA35-67B365DA87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67732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FA7A-86FE-4A42-B8D3-ED40D7438309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55DA-FCD5-4123-AA35-67B365DA87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4410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FA7A-86FE-4A42-B8D3-ED40D7438309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55DA-FCD5-4123-AA35-67B365DA87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81820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FA7A-86FE-4A42-B8D3-ED40D7438309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55DA-FCD5-4123-AA35-67B365DA87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2875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FA7A-86FE-4A42-B8D3-ED40D7438309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55DA-FCD5-4123-AA35-67B365DA87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90315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FA7A-86FE-4A42-B8D3-ED40D7438309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55DA-FCD5-4123-AA35-67B365DA87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59178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4FA7A-86FE-4A42-B8D3-ED40D7438309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B55DA-FCD5-4123-AA35-67B365DA87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81614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A67F2EE-E7A7-442E-A558-7F4A7243F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889217"/>
              </p:ext>
            </p:extLst>
          </p:nvPr>
        </p:nvGraphicFramePr>
        <p:xfrm>
          <a:off x="0" y="0"/>
          <a:ext cx="6857999" cy="9906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095">
                  <a:extLst>
                    <a:ext uri="{9D8B030D-6E8A-4147-A177-3AD203B41FA5}">
                      <a16:colId xmlns:a16="http://schemas.microsoft.com/office/drawing/2014/main" val="1884271225"/>
                    </a:ext>
                  </a:extLst>
                </a:gridCol>
                <a:gridCol w="1133699">
                  <a:extLst>
                    <a:ext uri="{9D8B030D-6E8A-4147-A177-3AD203B41FA5}">
                      <a16:colId xmlns:a16="http://schemas.microsoft.com/office/drawing/2014/main" val="3078196663"/>
                    </a:ext>
                  </a:extLst>
                </a:gridCol>
                <a:gridCol w="550206">
                  <a:extLst>
                    <a:ext uri="{9D8B030D-6E8A-4147-A177-3AD203B41FA5}">
                      <a16:colId xmlns:a16="http://schemas.microsoft.com/office/drawing/2014/main" val="84813485"/>
                    </a:ext>
                  </a:extLst>
                </a:gridCol>
                <a:gridCol w="583493">
                  <a:extLst>
                    <a:ext uri="{9D8B030D-6E8A-4147-A177-3AD203B41FA5}">
                      <a16:colId xmlns:a16="http://schemas.microsoft.com/office/drawing/2014/main" val="3654597223"/>
                    </a:ext>
                  </a:extLst>
                </a:gridCol>
                <a:gridCol w="1133699">
                  <a:extLst>
                    <a:ext uri="{9D8B030D-6E8A-4147-A177-3AD203B41FA5}">
                      <a16:colId xmlns:a16="http://schemas.microsoft.com/office/drawing/2014/main" val="3303797853"/>
                    </a:ext>
                  </a:extLst>
                </a:gridCol>
                <a:gridCol w="568807">
                  <a:extLst>
                    <a:ext uri="{9D8B030D-6E8A-4147-A177-3AD203B41FA5}">
                      <a16:colId xmlns:a16="http://schemas.microsoft.com/office/drawing/2014/main" val="2585371852"/>
                    </a:ext>
                  </a:extLst>
                </a:gridCol>
                <a:gridCol w="564892">
                  <a:extLst>
                    <a:ext uri="{9D8B030D-6E8A-4147-A177-3AD203B41FA5}">
                      <a16:colId xmlns:a16="http://schemas.microsoft.com/office/drawing/2014/main" val="3025642505"/>
                    </a:ext>
                  </a:extLst>
                </a:gridCol>
                <a:gridCol w="1133699">
                  <a:extLst>
                    <a:ext uri="{9D8B030D-6E8A-4147-A177-3AD203B41FA5}">
                      <a16:colId xmlns:a16="http://schemas.microsoft.com/office/drawing/2014/main" val="982778549"/>
                    </a:ext>
                  </a:extLst>
                </a:gridCol>
                <a:gridCol w="587409">
                  <a:extLst>
                    <a:ext uri="{9D8B030D-6E8A-4147-A177-3AD203B41FA5}">
                      <a16:colId xmlns:a16="http://schemas.microsoft.com/office/drawing/2014/main" val="1225405060"/>
                    </a:ext>
                  </a:extLst>
                </a:gridCol>
              </a:tblGrid>
              <a:tr h="398559">
                <a:tc gridSpan="3">
                  <a:txBody>
                    <a:bodyPr/>
                    <a:lstStyle/>
                    <a:p>
                      <a:pPr algn="ctr"/>
                      <a:endParaRPr lang="en-ZA" sz="18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9804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18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Timetable</a:t>
                      </a:r>
                    </a:p>
                  </a:txBody>
                  <a:tcPr marL="87842" marR="87842" marT="43921" marB="4392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9804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ZA" sz="18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562860"/>
                  </a:ext>
                </a:extLst>
              </a:tr>
              <a:tr h="741907"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Reg.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7:20 – 7:40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Reg.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7:20 – 7:30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761597"/>
                  </a:ext>
                </a:extLst>
              </a:tr>
              <a:tr h="741907"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7:40 – 8:10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9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7:30 – 8:00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98694"/>
                  </a:ext>
                </a:extLst>
              </a:tr>
              <a:tr h="741907"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2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8:10 – 8:40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9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2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8:00 – 8:30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802840"/>
                  </a:ext>
                </a:extLst>
              </a:tr>
              <a:tr h="741907"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3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8:40 – 9:10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3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8:30 – 9:00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01924"/>
                  </a:ext>
                </a:extLst>
              </a:tr>
              <a:tr h="741907"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4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9:10 – 9:40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9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4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9:00 – 9:30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024347"/>
                  </a:ext>
                </a:extLst>
              </a:tr>
              <a:tr h="457545"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9:40 – 10:10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ZA" sz="1800" b="1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BREAK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9:30 </a:t>
                      </a:r>
                      <a:r>
                        <a:rPr lang="en-ZA" sz="8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–</a:t>
                      </a:r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 10:00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845514"/>
                  </a:ext>
                </a:extLst>
              </a:tr>
              <a:tr h="741907"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5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10:10 –10:35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9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5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10:00-10:25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704325"/>
                  </a:ext>
                </a:extLst>
              </a:tr>
              <a:tr h="741907"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6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10;35 -11:00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6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10;25 -10:50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056197"/>
                  </a:ext>
                </a:extLst>
              </a:tr>
              <a:tr h="683242"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7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11:00 -11:25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7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10:50 -11:15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653779"/>
                  </a:ext>
                </a:extLst>
              </a:tr>
              <a:tr h="683242"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8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11:25 -11:50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8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11:15 -11:40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067118"/>
                  </a:ext>
                </a:extLst>
              </a:tr>
              <a:tr h="683242"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9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11:50 -12:20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9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11:40 -12:10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268435"/>
                  </a:ext>
                </a:extLst>
              </a:tr>
              <a:tr h="440341"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12:20 -12:50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ZA" sz="1800" b="1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BREAK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12:10 -12:40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96220"/>
                  </a:ext>
                </a:extLst>
              </a:tr>
              <a:tr h="683242"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10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12:50 -13:20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9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10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12:40 -13:10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58609"/>
                  </a:ext>
                </a:extLst>
              </a:tr>
              <a:tr h="683242"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11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13:20 -13:50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9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1000" dirty="0">
                        <a:solidFill>
                          <a:schemeClr val="tx1"/>
                        </a:solidFill>
                        <a:latin typeface="Kristen ITC" panose="03050502040202030202" pitchFamily="66" charset="0"/>
                      </a:endParaRP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11</a:t>
                      </a:r>
                    </a:p>
                    <a:p>
                      <a:pPr algn="ctr"/>
                      <a:r>
                        <a:rPr lang="en-ZA" sz="1000" dirty="0">
                          <a:solidFill>
                            <a:schemeClr val="tx1"/>
                          </a:solidFill>
                          <a:latin typeface="Kristen ITC" panose="03050502040202030202" pitchFamily="66" charset="0"/>
                        </a:rPr>
                        <a:t>13:10 -13:40</a:t>
                      </a:r>
                    </a:p>
                  </a:txBody>
                  <a:tcPr marL="87842" marR="87842" marT="43921" marB="4392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991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944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111</Words>
  <Application>Microsoft Office PowerPoint</Application>
  <PresentationFormat>A4 Paper (210x297 mm)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Kristen ITC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Sarah-Jane Harding</dc:creator>
  <cp:lastModifiedBy>Sarah-Jane Harding</cp:lastModifiedBy>
  <cp:revision>3</cp:revision>
  <dcterms:created xsi:type="dcterms:W3CDTF">2026-04-13T14:04:25Z</dcterms:created>
  <dcterms:modified xsi:type="dcterms:W3CDTF">2026-04-13T14:21:27Z</dcterms:modified>
</cp:coreProperties>
</file>